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</p:sldMasterIdLst>
  <p:notesMasterIdLst>
    <p:notesMasterId r:id="rId13"/>
  </p:notesMasterIdLst>
  <p:sldIdLst>
    <p:sldId id="256" r:id="rId12"/>
  </p:sldIdLst>
  <p:sldSz cx="30275213" cy="4280376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068" autoAdjust="0"/>
    <p:restoredTop sz="96247" autoAdjust="0"/>
  </p:normalViewPr>
  <p:slideViewPr>
    <p:cSldViewPr snapToGrid="0">
      <p:cViewPr>
        <p:scale>
          <a:sx n="40" d="100"/>
          <a:sy n="40" d="100"/>
        </p:scale>
        <p:origin x="1800" y="-53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</a:p>
        </p:txBody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6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632" name="PlaceHolder 4"/>
          <p:cNvSpPr>
            <a:spLocks noGrp="1"/>
          </p:cNvSpPr>
          <p:nvPr>
            <p:ph type="dt" idx="36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33" name="PlaceHolder 5"/>
          <p:cNvSpPr>
            <a:spLocks noGrp="1"/>
          </p:cNvSpPr>
          <p:nvPr>
            <p:ph type="ftr" idx="36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34" name="PlaceHolder 6"/>
          <p:cNvSpPr>
            <a:spLocks noGrp="1"/>
          </p:cNvSpPr>
          <p:nvPr>
            <p:ph type="sldNum" idx="36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D6E414-D6A5-4CA9-9DDB-1D00DFEFF1B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Num" idx="367"/>
          </p:nvPr>
        </p:nvSpPr>
        <p:spPr>
          <a:xfrm>
            <a:off x="4278240" y="10156680"/>
            <a:ext cx="3274920" cy="52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9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r" defTabSz="449280">
              <a:lnSpc>
                <a:spcPct val="9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5DED680B-0D6C-4632-B995-81935A86C55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1</a:t>
            </a:fld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362200" y="812800"/>
            <a:ext cx="2833688" cy="400685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6560" cy="480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 algn="l">
              <a:buNone/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010CC76-02B2-4F6A-920C-2F71408B398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773D1F39-C923-486A-8AB5-407D8F9D667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270160" y="7005600"/>
            <a:ext cx="25726680" cy="148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11160" cy="27155520"/>
          </a:xfrm>
          <a:prstGeom prst="rect">
            <a:avLst/>
          </a:prstGeom>
          <a:noFill/>
          <a:ln w="0">
            <a:noFill/>
          </a:ln>
        </p:spPr>
        <p:txBody>
          <a:bodyPr vert="eaVert" lIns="45000" tIns="90000" rIns="45000" bIns="90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A41D4E1-2357-443C-9250-C2DF4A100F68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1666240" y="7005600"/>
            <a:ext cx="6526080" cy="31545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081160" y="7005600"/>
            <a:ext cx="19430640" cy="31545000"/>
          </a:xfrm>
          <a:prstGeom prst="rect">
            <a:avLst/>
          </a:prstGeom>
          <a:noFill/>
          <a:ln w="0">
            <a:noFill/>
          </a:ln>
        </p:spPr>
        <p:txBody>
          <a:bodyPr vert="eaVert" lIns="45000" tIns="90000" rIns="45000" bIns="90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77817C4-EF0B-4355-8553-645A892264C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70160" y="7005600"/>
            <a:ext cx="25726680" cy="148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11160" cy="2715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B8FDD2B-FE08-4CA8-A88E-507DD7E54642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8E1B451-B31F-45B6-9FCF-453564505F02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70160" y="7005600"/>
            <a:ext cx="25726680" cy="148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12977640" cy="2715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5212880" y="11395080"/>
            <a:ext cx="12979080" cy="2715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2937F7D8-8E99-4A5C-ADB3-D8B8905E380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48259F4-A51A-462E-B9EB-FBB3BE6AEE4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270160" y="7005600"/>
            <a:ext cx="25726680" cy="148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8A92ADEF-8FD3-45CE-8F47-94560916929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43410E4-6C03-4063-9E82-9CD9C03F04C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5593846D-99A4-40C9-9512-F742254CB38E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C0884B2-A335-40D7-8344-157B3094A95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3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ftr" idx="3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8" name="PlaceHolder 4"/>
          <p:cNvSpPr>
            <a:spLocks noGrp="1"/>
          </p:cNvSpPr>
          <p:nvPr>
            <p:ph type="sldNum" idx="3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897A772A-6F2B-4F49-A880-83074479EC6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04680" cy="2715228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4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ftr" idx="4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3" name="PlaceHolder 5"/>
          <p:cNvSpPr>
            <a:spLocks noGrp="1"/>
          </p:cNvSpPr>
          <p:nvPr>
            <p:ph type="sldNum" idx="4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77A99A6-22E5-40EE-B639-BCC47AA9C0F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1661560" y="2278080"/>
            <a:ext cx="6524280" cy="3626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19425960" cy="3626928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4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ftr" idx="4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sldNum" idx="4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8C3B6F9E-0219-4E31-8CDD-756B90D96638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04680" cy="271522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ftr" idx="4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sldNum" idx="4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85E95030-4281-46D0-B749-3FC491310AF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4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ftr" idx="5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8" name="PlaceHolder 5"/>
          <p:cNvSpPr>
            <a:spLocks noGrp="1"/>
          </p:cNvSpPr>
          <p:nvPr>
            <p:ph type="sldNum" idx="5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84CF3423-3C8D-444F-8DA4-28F6FAA68A0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12974400" cy="271522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15210000" y="11395080"/>
            <a:ext cx="12975840" cy="271522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5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3" name="PlaceHolder 5"/>
          <p:cNvSpPr>
            <a:spLocks noGrp="1"/>
          </p:cNvSpPr>
          <p:nvPr>
            <p:ph type="ftr" idx="5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4" name="PlaceHolder 6"/>
          <p:cNvSpPr>
            <a:spLocks noGrp="1"/>
          </p:cNvSpPr>
          <p:nvPr>
            <p:ph type="sldNum" idx="5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468FA5CF-E5FE-4D1B-82CE-1976BE817F3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dt" idx="5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1" name="PlaceHolder 7"/>
          <p:cNvSpPr>
            <a:spLocks noGrp="1"/>
          </p:cNvSpPr>
          <p:nvPr>
            <p:ph type="ftr" idx="5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2" name="PlaceHolder 8"/>
          <p:cNvSpPr>
            <a:spLocks noGrp="1"/>
          </p:cNvSpPr>
          <p:nvPr>
            <p:ph type="sldNum" idx="5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D50959E-C7B6-4C5B-9A67-BBEB91B20DF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dt" idx="5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5" name="PlaceHolder 3"/>
          <p:cNvSpPr>
            <a:spLocks noGrp="1"/>
          </p:cNvSpPr>
          <p:nvPr>
            <p:ph type="ftr" idx="5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6" name="PlaceHolder 4"/>
          <p:cNvSpPr>
            <a:spLocks noGrp="1"/>
          </p:cNvSpPr>
          <p:nvPr>
            <p:ph type="sldNum" idx="6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D505AF0-D5CE-487C-B323-20DDB956964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dt" idx="6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6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9" name="PlaceHolder 3"/>
          <p:cNvSpPr>
            <a:spLocks noGrp="1"/>
          </p:cNvSpPr>
          <p:nvPr>
            <p:ph type="sldNum" idx="6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B795367-8F8F-4E2A-8177-D1BA1ABB203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6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4" name="PlaceHolder 5"/>
          <p:cNvSpPr>
            <a:spLocks noGrp="1"/>
          </p:cNvSpPr>
          <p:nvPr>
            <p:ph type="ftr" idx="6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5" name="PlaceHolder 6"/>
          <p:cNvSpPr>
            <a:spLocks noGrp="1"/>
          </p:cNvSpPr>
          <p:nvPr>
            <p:ph type="sldNum" idx="6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ECC54AB-5F4F-4A68-AF0C-BBF3B3CDB75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dt" idx="6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0" name="PlaceHolder 5"/>
          <p:cNvSpPr>
            <a:spLocks noGrp="1"/>
          </p:cNvSpPr>
          <p:nvPr>
            <p:ph type="ftr" idx="6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1" name="PlaceHolder 6"/>
          <p:cNvSpPr>
            <a:spLocks noGrp="1"/>
          </p:cNvSpPr>
          <p:nvPr>
            <p:ph type="sldNum" idx="6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331A5EC3-C66B-486E-A794-C83699AF088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7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ftr" idx="7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5" name="PlaceHolder 4"/>
          <p:cNvSpPr>
            <a:spLocks noGrp="1"/>
          </p:cNvSpPr>
          <p:nvPr>
            <p:ph type="sldNum" idx="7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4B506921-1D4E-4CFD-944A-8C4FF9C2BF15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1666240" y="2278080"/>
            <a:ext cx="6521400" cy="362678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19199160" cy="3626784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7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9" name="PlaceHolder 4"/>
          <p:cNvSpPr>
            <a:spLocks noGrp="1"/>
          </p:cNvSpPr>
          <p:nvPr>
            <p:ph type="ftr" idx="7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0" name="PlaceHolder 5"/>
          <p:cNvSpPr>
            <a:spLocks noGrp="1"/>
          </p:cNvSpPr>
          <p:nvPr>
            <p:ph type="sldNum" idx="7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37C3B9AD-84C9-4514-A663-B0677FB9F2F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1663000" y="2278080"/>
            <a:ext cx="6524280" cy="3626784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91440" rIns="45720" bIns="91440" numCol="1" spcCol="0" anchor="t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19427760" cy="3626784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7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4" name="PlaceHolder 4"/>
          <p:cNvSpPr>
            <a:spLocks noGrp="1"/>
          </p:cNvSpPr>
          <p:nvPr>
            <p:ph type="ftr" idx="7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5" name="PlaceHolder 5"/>
          <p:cNvSpPr>
            <a:spLocks noGrp="1"/>
          </p:cNvSpPr>
          <p:nvPr>
            <p:ph type="sldNum" idx="7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56E40F54-FC08-4EFB-9DDB-1904E2CAC96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21666240" y="2278080"/>
            <a:ext cx="6521400" cy="362678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19199160" cy="362678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7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9" name="PlaceHolder 4"/>
          <p:cNvSpPr>
            <a:spLocks noGrp="1"/>
          </p:cNvSpPr>
          <p:nvPr>
            <p:ph type="ftr" idx="8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40" name="PlaceHolder 5"/>
          <p:cNvSpPr>
            <a:spLocks noGrp="1"/>
          </p:cNvSpPr>
          <p:nvPr>
            <p:ph type="sldNum" idx="8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21E45A56-FDC9-4D09-B115-2A6FBBEB40A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8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44" name="PlaceHolder 4"/>
          <p:cNvSpPr>
            <a:spLocks noGrp="1"/>
          </p:cNvSpPr>
          <p:nvPr>
            <p:ph type="ftr" idx="8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45" name="PlaceHolder 5"/>
          <p:cNvSpPr>
            <a:spLocks noGrp="1"/>
          </p:cNvSpPr>
          <p:nvPr>
            <p:ph type="sldNum" idx="8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0AB7311B-103E-4CAB-B7D9-D4D9CCDD49B2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1666240" y="2278080"/>
            <a:ext cx="6521400" cy="362678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9521640" cy="362678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11756880" y="2278080"/>
            <a:ext cx="9523080" cy="362678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8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0" name="PlaceHolder 5"/>
          <p:cNvSpPr>
            <a:spLocks noGrp="1"/>
          </p:cNvSpPr>
          <p:nvPr>
            <p:ph type="ftr" idx="8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1" name="PlaceHolder 6"/>
          <p:cNvSpPr>
            <a:spLocks noGrp="1"/>
          </p:cNvSpPr>
          <p:nvPr>
            <p:ph type="sldNum" idx="8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C997291-1C3D-4C82-888C-D3450683E248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dt" idx="8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8" name="PlaceHolder 7"/>
          <p:cNvSpPr>
            <a:spLocks noGrp="1"/>
          </p:cNvSpPr>
          <p:nvPr>
            <p:ph type="ftr" idx="8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9" name="PlaceHolder 8"/>
          <p:cNvSpPr>
            <a:spLocks noGrp="1"/>
          </p:cNvSpPr>
          <p:nvPr>
            <p:ph type="sldNum" idx="9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24AE11DA-4521-46AD-BE19-2B9DB0AE5C0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1666240" y="2278080"/>
            <a:ext cx="6521400" cy="362678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dt" idx="9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2" name="PlaceHolder 3"/>
          <p:cNvSpPr>
            <a:spLocks noGrp="1"/>
          </p:cNvSpPr>
          <p:nvPr>
            <p:ph type="ftr" idx="9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3" name="PlaceHolder 4"/>
          <p:cNvSpPr>
            <a:spLocks noGrp="1"/>
          </p:cNvSpPr>
          <p:nvPr>
            <p:ph type="sldNum" idx="9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1480350-F045-4082-B5DF-A127DC078FD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dt" idx="9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ftr" idx="9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sldNum" idx="9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3DDD3406-C136-40D9-9B84-CAB17FC9B0D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45720" tIns="91440" rIns="45720" bIns="9144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dt" idx="9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1" name="PlaceHolder 5"/>
          <p:cNvSpPr>
            <a:spLocks noGrp="1"/>
          </p:cNvSpPr>
          <p:nvPr>
            <p:ph type="ftr" idx="9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2" name="PlaceHolder 6"/>
          <p:cNvSpPr>
            <a:spLocks noGrp="1"/>
          </p:cNvSpPr>
          <p:nvPr>
            <p:ph type="sldNum" idx="9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EBA4D0F-682E-4BC4-8965-44DEE08EC71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dt" idx="10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7" name="PlaceHolder 5"/>
          <p:cNvSpPr>
            <a:spLocks noGrp="1"/>
          </p:cNvSpPr>
          <p:nvPr>
            <p:ph type="ftr" idx="10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8" name="PlaceHolder 6"/>
          <p:cNvSpPr>
            <a:spLocks noGrp="1"/>
          </p:cNvSpPr>
          <p:nvPr>
            <p:ph type="sldNum" idx="10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1207C460-0422-40AB-ABA8-FB897DFFDA2A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dt" idx="10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1" name="PlaceHolder 3"/>
          <p:cNvSpPr>
            <a:spLocks noGrp="1"/>
          </p:cNvSpPr>
          <p:nvPr>
            <p:ph type="ftr" idx="10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2" name="PlaceHolder 4"/>
          <p:cNvSpPr>
            <a:spLocks noGrp="1"/>
          </p:cNvSpPr>
          <p:nvPr>
            <p:ph type="sldNum" idx="10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5EC7903B-A3B9-4282-9506-9A414570A40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04680" cy="27152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dt" idx="10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6" name="PlaceHolder 4"/>
          <p:cNvSpPr>
            <a:spLocks noGrp="1"/>
          </p:cNvSpPr>
          <p:nvPr>
            <p:ph type="ftr" idx="10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7" name="PlaceHolder 5"/>
          <p:cNvSpPr>
            <a:spLocks noGrp="1"/>
          </p:cNvSpPr>
          <p:nvPr>
            <p:ph type="sldNum" idx="10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B027546-D642-4511-833B-00FF42AEE96E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1661560" y="2278080"/>
            <a:ext cx="6524280" cy="3626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19425960" cy="3626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dt" idx="10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1" name="PlaceHolder 4"/>
          <p:cNvSpPr>
            <a:spLocks noGrp="1"/>
          </p:cNvSpPr>
          <p:nvPr>
            <p:ph type="ftr" idx="11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5"/>
          <p:cNvSpPr>
            <a:spLocks noGrp="1"/>
          </p:cNvSpPr>
          <p:nvPr>
            <p:ph type="sldNum" idx="11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1E73B942-F3A7-4981-BB27-697F80C13ED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04680" cy="271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11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6" name="PlaceHolder 4"/>
          <p:cNvSpPr>
            <a:spLocks noGrp="1"/>
          </p:cNvSpPr>
          <p:nvPr>
            <p:ph type="ftr" idx="11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7" name="PlaceHolder 5"/>
          <p:cNvSpPr>
            <a:spLocks noGrp="1"/>
          </p:cNvSpPr>
          <p:nvPr>
            <p:ph type="sldNum" idx="11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A8DA97A8-CA80-4663-9E5F-5B61CB9B584D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dt" idx="11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1" name="PlaceHolder 4"/>
          <p:cNvSpPr>
            <a:spLocks noGrp="1"/>
          </p:cNvSpPr>
          <p:nvPr>
            <p:ph type="ftr" idx="11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2" name="PlaceHolder 5"/>
          <p:cNvSpPr>
            <a:spLocks noGrp="1"/>
          </p:cNvSpPr>
          <p:nvPr>
            <p:ph type="sldNum" idx="11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CF56418-24BB-44B6-997E-9A218DAE9E7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12974400" cy="271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15210000" y="11395080"/>
            <a:ext cx="12975840" cy="271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dt" idx="11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7" name="PlaceHolder 5"/>
          <p:cNvSpPr>
            <a:spLocks noGrp="1"/>
          </p:cNvSpPr>
          <p:nvPr>
            <p:ph type="ftr" idx="11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8" name="PlaceHolder 6"/>
          <p:cNvSpPr>
            <a:spLocks noGrp="1"/>
          </p:cNvSpPr>
          <p:nvPr>
            <p:ph type="sldNum" idx="12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84DC89B-EE0B-46E6-9F87-3676E4FE561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4" name="PlaceHolder 6"/>
          <p:cNvSpPr>
            <a:spLocks noGrp="1"/>
          </p:cNvSpPr>
          <p:nvPr>
            <p:ph type="dt" idx="12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15" name="PlaceHolder 7"/>
          <p:cNvSpPr>
            <a:spLocks noGrp="1"/>
          </p:cNvSpPr>
          <p:nvPr>
            <p:ph type="ftr" idx="12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16" name="PlaceHolder 8"/>
          <p:cNvSpPr>
            <a:spLocks noGrp="1"/>
          </p:cNvSpPr>
          <p:nvPr>
            <p:ph type="sldNum" idx="12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6EA0784-523A-4B2F-9E07-13DD6399E3C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dt" idx="12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19" name="PlaceHolder 3"/>
          <p:cNvSpPr>
            <a:spLocks noGrp="1"/>
          </p:cNvSpPr>
          <p:nvPr>
            <p:ph type="ftr" idx="12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0" name="PlaceHolder 4"/>
          <p:cNvSpPr>
            <a:spLocks noGrp="1"/>
          </p:cNvSpPr>
          <p:nvPr>
            <p:ph type="sldNum" idx="12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3F3F1C4D-2B91-4960-A3FC-78C20204CD0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dt" idx="12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2" name="PlaceHolder 2"/>
          <p:cNvSpPr>
            <a:spLocks noGrp="1"/>
          </p:cNvSpPr>
          <p:nvPr>
            <p:ph type="ftr" idx="12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3" name="PlaceHolder 3"/>
          <p:cNvSpPr>
            <a:spLocks noGrp="1"/>
          </p:cNvSpPr>
          <p:nvPr>
            <p:ph type="sldNum" idx="12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7429A10D-A14E-46F8-A76A-033FE9F146F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dt" idx="13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8" name="PlaceHolder 5"/>
          <p:cNvSpPr>
            <a:spLocks noGrp="1"/>
          </p:cNvSpPr>
          <p:nvPr>
            <p:ph type="ftr" idx="13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9" name="PlaceHolder 6"/>
          <p:cNvSpPr>
            <a:spLocks noGrp="1"/>
          </p:cNvSpPr>
          <p:nvPr>
            <p:ph type="sldNum" idx="13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DAB6776-3D73-47F1-A8DB-448F6D4D56D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dt" idx="13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4" name="PlaceHolder 5"/>
          <p:cNvSpPr>
            <a:spLocks noGrp="1"/>
          </p:cNvSpPr>
          <p:nvPr>
            <p:ph type="ftr" idx="13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5" name="PlaceHolder 6"/>
          <p:cNvSpPr>
            <a:spLocks noGrp="1"/>
          </p:cNvSpPr>
          <p:nvPr>
            <p:ph type="sldNum" idx="13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368EB09-BC00-4039-B2E1-13FD2E4914E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dt" idx="13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8" name="PlaceHolder 3"/>
          <p:cNvSpPr>
            <a:spLocks noGrp="1"/>
          </p:cNvSpPr>
          <p:nvPr>
            <p:ph type="ftr" idx="13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9" name="PlaceHolder 4"/>
          <p:cNvSpPr>
            <a:spLocks noGrp="1"/>
          </p:cNvSpPr>
          <p:nvPr>
            <p:ph type="sldNum" idx="13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42C40A9-EF17-4E17-A3AD-7EAF99CB1191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04680" cy="177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04680" cy="93564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dt" idx="13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43" name="PlaceHolder 4"/>
          <p:cNvSpPr>
            <a:spLocks noGrp="1"/>
          </p:cNvSpPr>
          <p:nvPr>
            <p:ph type="ftr" idx="14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44" name="PlaceHolder 5"/>
          <p:cNvSpPr>
            <a:spLocks noGrp="1"/>
          </p:cNvSpPr>
          <p:nvPr>
            <p:ph type="sldNum" idx="14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CD50DC5-A083-4DC0-AB45-102857A52D3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21645720" y="10671120"/>
            <a:ext cx="6524280" cy="27330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2065320" y="10671120"/>
            <a:ext cx="19425960" cy="27330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dt" idx="14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48" name="PlaceHolder 4"/>
          <p:cNvSpPr>
            <a:spLocks noGrp="1"/>
          </p:cNvSpPr>
          <p:nvPr>
            <p:ph type="ftr" idx="14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49" name="PlaceHolder 5"/>
          <p:cNvSpPr>
            <a:spLocks noGrp="1"/>
          </p:cNvSpPr>
          <p:nvPr>
            <p:ph type="sldNum" idx="14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6E2A64D-6A03-408D-B9D3-8BB94519728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04680" cy="177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04680" cy="9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dt" idx="14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3" name="PlaceHolder 4"/>
          <p:cNvSpPr>
            <a:spLocks noGrp="1"/>
          </p:cNvSpPr>
          <p:nvPr>
            <p:ph type="ftr" idx="14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4" name="PlaceHolder 5"/>
          <p:cNvSpPr>
            <a:spLocks noGrp="1"/>
          </p:cNvSpPr>
          <p:nvPr>
            <p:ph type="sldNum" idx="14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5080A0B-7D91-426C-86CE-FA4F66D0498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dt" idx="14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8" name="PlaceHolder 4"/>
          <p:cNvSpPr>
            <a:spLocks noGrp="1"/>
          </p:cNvSpPr>
          <p:nvPr>
            <p:ph type="ftr" idx="14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9" name="PlaceHolder 5"/>
          <p:cNvSpPr>
            <a:spLocks noGrp="1"/>
          </p:cNvSpPr>
          <p:nvPr>
            <p:ph type="sldNum" idx="15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D97D3E2C-67FE-4C62-9141-1F8B1895BED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04680" cy="177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12974400" cy="9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15193800" y="28644840"/>
            <a:ext cx="12975840" cy="9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dt" idx="15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64" name="PlaceHolder 5"/>
          <p:cNvSpPr>
            <a:spLocks noGrp="1"/>
          </p:cNvSpPr>
          <p:nvPr>
            <p:ph type="ftr" idx="15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65" name="PlaceHolder 6"/>
          <p:cNvSpPr>
            <a:spLocks noGrp="1"/>
          </p:cNvSpPr>
          <p:nvPr>
            <p:ph type="sldNum" idx="15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2DC5EDB-8585-4C9F-B620-5BA3ACBBC84E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 type="dt" idx="15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2" name="PlaceHolder 7"/>
          <p:cNvSpPr>
            <a:spLocks noGrp="1"/>
          </p:cNvSpPr>
          <p:nvPr>
            <p:ph type="ftr" idx="15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3" name="PlaceHolder 8"/>
          <p:cNvSpPr>
            <a:spLocks noGrp="1"/>
          </p:cNvSpPr>
          <p:nvPr>
            <p:ph type="sldNum" idx="15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06C6DF1A-D1ED-4EA1-AFCD-288645EA872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04680" cy="177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dt" idx="15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6" name="PlaceHolder 3"/>
          <p:cNvSpPr>
            <a:spLocks noGrp="1"/>
          </p:cNvSpPr>
          <p:nvPr>
            <p:ph type="ftr" idx="15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7" name="PlaceHolder 4"/>
          <p:cNvSpPr>
            <a:spLocks noGrp="1"/>
          </p:cNvSpPr>
          <p:nvPr>
            <p:ph type="sldNum" idx="15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E35415C-D966-4B61-932E-0FBCC66BB68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dt" idx="16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9" name="PlaceHolder 2"/>
          <p:cNvSpPr>
            <a:spLocks noGrp="1"/>
          </p:cNvSpPr>
          <p:nvPr>
            <p:ph type="ftr" idx="16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80" name="PlaceHolder 3"/>
          <p:cNvSpPr>
            <a:spLocks noGrp="1"/>
          </p:cNvSpPr>
          <p:nvPr>
            <p:ph type="sldNum" idx="16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6E5CE4F-6819-4E57-9DEA-20D414D25C5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dt" idx="16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85" name="PlaceHolder 5"/>
          <p:cNvSpPr>
            <a:spLocks noGrp="1"/>
          </p:cNvSpPr>
          <p:nvPr>
            <p:ph type="ftr" idx="16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86" name="PlaceHolder 6"/>
          <p:cNvSpPr>
            <a:spLocks noGrp="1"/>
          </p:cNvSpPr>
          <p:nvPr>
            <p:ph type="sldNum" idx="16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71312E29-CD80-4080-AB11-396D670180A1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dt" idx="16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91" name="PlaceHolder 5"/>
          <p:cNvSpPr>
            <a:spLocks noGrp="1"/>
          </p:cNvSpPr>
          <p:nvPr>
            <p:ph type="ftr" idx="16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92" name="PlaceHolder 6"/>
          <p:cNvSpPr>
            <a:spLocks noGrp="1"/>
          </p:cNvSpPr>
          <p:nvPr>
            <p:ph type="sldNum" idx="16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5A4135C-D2B7-4308-B012-DF84201B307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dt" idx="16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95" name="PlaceHolder 3"/>
          <p:cNvSpPr>
            <a:spLocks noGrp="1"/>
          </p:cNvSpPr>
          <p:nvPr>
            <p:ph type="ftr" idx="17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96" name="PlaceHolder 4"/>
          <p:cNvSpPr>
            <a:spLocks noGrp="1"/>
          </p:cNvSpPr>
          <p:nvPr>
            <p:ph type="sldNum" idx="17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9AD0DF0-3BF7-4ADD-8C3F-9753C203267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12860280" cy="27152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dt" idx="17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0" name="PlaceHolder 4"/>
          <p:cNvSpPr>
            <a:spLocks noGrp="1"/>
          </p:cNvSpPr>
          <p:nvPr>
            <p:ph type="ftr" idx="17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1" name="PlaceHolder 5"/>
          <p:cNvSpPr>
            <a:spLocks noGrp="1"/>
          </p:cNvSpPr>
          <p:nvPr>
            <p:ph type="sldNum" idx="17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BC48609-51D5-4A76-B6CB-ED9E4F37A1ED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21661560" y="2278080"/>
            <a:ext cx="6524280" cy="3626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19425960" cy="362692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dt" idx="17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5" name="PlaceHolder 4"/>
          <p:cNvSpPr>
            <a:spLocks noGrp="1"/>
          </p:cNvSpPr>
          <p:nvPr>
            <p:ph type="ftr" idx="17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6" name="PlaceHolder 5"/>
          <p:cNvSpPr>
            <a:spLocks noGrp="1"/>
          </p:cNvSpPr>
          <p:nvPr>
            <p:ph type="sldNum" idx="17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A6D4ACAD-BDAF-4CE1-A005-6F0912C6889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12860280" cy="271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dt" idx="17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0" name="PlaceHolder 4"/>
          <p:cNvSpPr>
            <a:spLocks noGrp="1"/>
          </p:cNvSpPr>
          <p:nvPr>
            <p:ph type="ftr" idx="17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1" name="PlaceHolder 5"/>
          <p:cNvSpPr>
            <a:spLocks noGrp="1"/>
          </p:cNvSpPr>
          <p:nvPr>
            <p:ph type="sldNum" idx="18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3615102-6297-4113-831C-0ACC8EB9AC6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dt" idx="18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5" name="PlaceHolder 4"/>
          <p:cNvSpPr>
            <a:spLocks noGrp="1"/>
          </p:cNvSpPr>
          <p:nvPr>
            <p:ph type="ftr" idx="18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6" name="PlaceHolder 5"/>
          <p:cNvSpPr>
            <a:spLocks noGrp="1"/>
          </p:cNvSpPr>
          <p:nvPr>
            <p:ph type="sldNum" idx="18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77784862-EEFF-400A-AF69-337DB959C57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6352920" cy="271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8588520" y="11395080"/>
            <a:ext cx="6352920" cy="271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dt" idx="18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21" name="PlaceHolder 5"/>
          <p:cNvSpPr>
            <a:spLocks noGrp="1"/>
          </p:cNvSpPr>
          <p:nvPr>
            <p:ph type="ftr" idx="18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22" name="PlaceHolder 6"/>
          <p:cNvSpPr>
            <a:spLocks noGrp="1"/>
          </p:cNvSpPr>
          <p:nvPr>
            <p:ph type="sldNum" idx="18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5F170B1-E056-441C-BB55-E9AD746569F8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7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8" name="PlaceHolder 6"/>
          <p:cNvSpPr>
            <a:spLocks noGrp="1"/>
          </p:cNvSpPr>
          <p:nvPr>
            <p:ph type="dt" idx="18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29" name="PlaceHolder 7"/>
          <p:cNvSpPr>
            <a:spLocks noGrp="1"/>
          </p:cNvSpPr>
          <p:nvPr>
            <p:ph type="ftr" idx="18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30" name="PlaceHolder 8"/>
          <p:cNvSpPr>
            <a:spLocks noGrp="1"/>
          </p:cNvSpPr>
          <p:nvPr>
            <p:ph type="sldNum" idx="18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4521583-2405-4ABD-925B-FBA0A1ED73D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dt" idx="19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33" name="PlaceHolder 3"/>
          <p:cNvSpPr>
            <a:spLocks noGrp="1"/>
          </p:cNvSpPr>
          <p:nvPr>
            <p:ph type="ftr" idx="19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34" name="PlaceHolder 4"/>
          <p:cNvSpPr>
            <a:spLocks noGrp="1"/>
          </p:cNvSpPr>
          <p:nvPr>
            <p:ph type="sldNum" idx="19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255A2801-41A3-430E-9FAA-189BE7DEBA8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dt" idx="19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36" name="PlaceHolder 2"/>
          <p:cNvSpPr>
            <a:spLocks noGrp="1"/>
          </p:cNvSpPr>
          <p:nvPr>
            <p:ph type="ftr" idx="19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37" name="PlaceHolder 3"/>
          <p:cNvSpPr>
            <a:spLocks noGrp="1"/>
          </p:cNvSpPr>
          <p:nvPr>
            <p:ph type="sldNum" idx="19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2B77DD8D-6B8C-4F9B-A1A7-DF93DD1D024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dt" idx="19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42" name="PlaceHolder 5"/>
          <p:cNvSpPr>
            <a:spLocks noGrp="1"/>
          </p:cNvSpPr>
          <p:nvPr>
            <p:ph type="ftr" idx="19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43" name="PlaceHolder 6"/>
          <p:cNvSpPr>
            <a:spLocks noGrp="1"/>
          </p:cNvSpPr>
          <p:nvPr>
            <p:ph type="sldNum" idx="19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08493191-2969-4647-B176-A0510E4DEDC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346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dt" idx="19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48" name="PlaceHolder 5"/>
          <p:cNvSpPr>
            <a:spLocks noGrp="1"/>
          </p:cNvSpPr>
          <p:nvPr>
            <p:ph type="ftr" idx="20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49" name="PlaceHolder 6"/>
          <p:cNvSpPr>
            <a:spLocks noGrp="1"/>
          </p:cNvSpPr>
          <p:nvPr>
            <p:ph type="sldNum" idx="20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AD8196B-41AB-4388-A833-F793657B61B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dt" idx="20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52" name="PlaceHolder 3"/>
          <p:cNvSpPr>
            <a:spLocks noGrp="1"/>
          </p:cNvSpPr>
          <p:nvPr>
            <p:ph type="ftr" idx="20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53" name="PlaceHolder 4"/>
          <p:cNvSpPr>
            <a:spLocks noGrp="1"/>
          </p:cNvSpPr>
          <p:nvPr>
            <p:ph type="sldNum" idx="20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0BDD710-2DAD-4A64-ACD9-FFE3AC16FABE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208584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1240" cy="51354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dt" idx="20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57" name="PlaceHolder 4"/>
          <p:cNvSpPr>
            <a:spLocks noGrp="1"/>
          </p:cNvSpPr>
          <p:nvPr>
            <p:ph type="ftr" idx="20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58" name="PlaceHolder 5"/>
          <p:cNvSpPr>
            <a:spLocks noGrp="1"/>
          </p:cNvSpPr>
          <p:nvPr>
            <p:ph type="sldNum" idx="20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DB1F416D-D1F2-4E7A-B570-6469BD283C7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21666240" y="2278080"/>
            <a:ext cx="6524280" cy="13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2085840" y="2278080"/>
            <a:ext cx="19425960" cy="13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dt" idx="20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62" name="PlaceHolder 4"/>
          <p:cNvSpPr>
            <a:spLocks noGrp="1"/>
          </p:cNvSpPr>
          <p:nvPr>
            <p:ph type="ftr" idx="20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63" name="PlaceHolder 5"/>
          <p:cNvSpPr>
            <a:spLocks noGrp="1"/>
          </p:cNvSpPr>
          <p:nvPr>
            <p:ph type="sldNum" idx="21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A901CAA-F9BC-4CBF-88BB-3F8D41E8C04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208584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1240" cy="513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dt" idx="21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67" name="PlaceHolder 4"/>
          <p:cNvSpPr>
            <a:spLocks noGrp="1"/>
          </p:cNvSpPr>
          <p:nvPr>
            <p:ph type="ftr" idx="21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68" name="PlaceHolder 5"/>
          <p:cNvSpPr>
            <a:spLocks noGrp="1"/>
          </p:cNvSpPr>
          <p:nvPr>
            <p:ph type="sldNum" idx="21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CD0C2B3-C39E-4F16-BEF1-0E54520DBA3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dt" idx="21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72" name="PlaceHolder 4"/>
          <p:cNvSpPr>
            <a:spLocks noGrp="1"/>
          </p:cNvSpPr>
          <p:nvPr>
            <p:ph type="ftr" idx="21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73" name="PlaceHolder 5"/>
          <p:cNvSpPr>
            <a:spLocks noGrp="1"/>
          </p:cNvSpPr>
          <p:nvPr>
            <p:ph type="sldNum" idx="21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47E1C016-5838-4B53-831C-CCF4E4B456F1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208584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6322680" cy="513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8562960" y="10493280"/>
            <a:ext cx="6324480" cy="513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dt" idx="21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78" name="PlaceHolder 5"/>
          <p:cNvSpPr>
            <a:spLocks noGrp="1"/>
          </p:cNvSpPr>
          <p:nvPr>
            <p:ph type="ftr" idx="21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79" name="PlaceHolder 6"/>
          <p:cNvSpPr>
            <a:spLocks noGrp="1"/>
          </p:cNvSpPr>
          <p:nvPr>
            <p:ph type="sldNum" idx="21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DE9A8859-731C-4A64-BA5D-BB72ED0184F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5" name="PlaceHolder 6"/>
          <p:cNvSpPr>
            <a:spLocks noGrp="1"/>
          </p:cNvSpPr>
          <p:nvPr>
            <p:ph type="dt" idx="22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86" name="PlaceHolder 7"/>
          <p:cNvSpPr>
            <a:spLocks noGrp="1"/>
          </p:cNvSpPr>
          <p:nvPr>
            <p:ph type="ftr" idx="22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87" name="PlaceHolder 8"/>
          <p:cNvSpPr>
            <a:spLocks noGrp="1"/>
          </p:cNvSpPr>
          <p:nvPr>
            <p:ph type="sldNum" idx="22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3F94A60F-867F-4E9D-BCE1-DE9296353645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208584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dt" idx="22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0" name="PlaceHolder 3"/>
          <p:cNvSpPr>
            <a:spLocks noGrp="1"/>
          </p:cNvSpPr>
          <p:nvPr>
            <p:ph type="ftr" idx="22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1" name="PlaceHolder 4"/>
          <p:cNvSpPr>
            <a:spLocks noGrp="1"/>
          </p:cNvSpPr>
          <p:nvPr>
            <p:ph type="sldNum" idx="22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9565B7F-6EB3-424E-8595-A6E8C3AF5ED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dt" idx="22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3" name="PlaceHolder 2"/>
          <p:cNvSpPr>
            <a:spLocks noGrp="1"/>
          </p:cNvSpPr>
          <p:nvPr>
            <p:ph type="ftr" idx="22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4" name="PlaceHolder 3"/>
          <p:cNvSpPr>
            <a:spLocks noGrp="1"/>
          </p:cNvSpPr>
          <p:nvPr>
            <p:ph type="sldNum" idx="22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A60B55AF-538D-40DE-B5BD-67DEB63DFA4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dt" idx="22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9" name="PlaceHolder 5"/>
          <p:cNvSpPr>
            <a:spLocks noGrp="1"/>
          </p:cNvSpPr>
          <p:nvPr>
            <p:ph type="ftr" idx="23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0" name="PlaceHolder 6"/>
          <p:cNvSpPr>
            <a:spLocks noGrp="1"/>
          </p:cNvSpPr>
          <p:nvPr>
            <p:ph type="sldNum" idx="23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2A40FF73-E4A2-42E7-A6B5-6D10467F9EE7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403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 type="dt" idx="23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5" name="PlaceHolder 5"/>
          <p:cNvSpPr>
            <a:spLocks noGrp="1"/>
          </p:cNvSpPr>
          <p:nvPr>
            <p:ph type="ftr" idx="23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6" name="PlaceHolder 6"/>
          <p:cNvSpPr>
            <a:spLocks noGrp="1"/>
          </p:cNvSpPr>
          <p:nvPr>
            <p:ph type="sldNum" idx="23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5431A44-5F57-4899-9609-7D3402EA939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dt" idx="23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9" name="PlaceHolder 3"/>
          <p:cNvSpPr>
            <a:spLocks noGrp="1"/>
          </p:cNvSpPr>
          <p:nvPr>
            <p:ph type="ftr" idx="23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0" name="PlaceHolder 4"/>
          <p:cNvSpPr>
            <a:spLocks noGrp="1"/>
          </p:cNvSpPr>
          <p:nvPr>
            <p:ph type="sldNum" idx="23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DD297DD9-F3C9-4E6F-A2E4-A37AD63C866C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11160" cy="27155520"/>
          </a:xfrm>
          <a:prstGeom prst="rect">
            <a:avLst/>
          </a:prstGeom>
          <a:noFill/>
          <a:ln w="0">
            <a:noFill/>
          </a:ln>
        </p:spPr>
        <p:txBody>
          <a:bodyPr vert="eaVert" lIns="45000" tIns="90000" rIns="45000" bIns="90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dt" idx="23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4" name="PlaceHolder 4"/>
          <p:cNvSpPr>
            <a:spLocks noGrp="1"/>
          </p:cNvSpPr>
          <p:nvPr>
            <p:ph type="ftr" idx="23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5" name="PlaceHolder 5"/>
          <p:cNvSpPr>
            <a:spLocks noGrp="1"/>
          </p:cNvSpPr>
          <p:nvPr>
            <p:ph type="sldNum" idx="24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AAE7DBD1-33CC-4C8E-943F-AE74E10CDC1A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21666240" y="2278080"/>
            <a:ext cx="6526080" cy="362725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2081160" y="2278080"/>
            <a:ext cx="19430640" cy="36272520"/>
          </a:xfrm>
          <a:prstGeom prst="rect">
            <a:avLst/>
          </a:prstGeom>
          <a:noFill/>
          <a:ln w="0">
            <a:noFill/>
          </a:ln>
        </p:spPr>
        <p:txBody>
          <a:bodyPr vert="eaVert" lIns="45000" tIns="90000" rIns="45000" bIns="90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dt" idx="24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9" name="PlaceHolder 4"/>
          <p:cNvSpPr>
            <a:spLocks noGrp="1"/>
          </p:cNvSpPr>
          <p:nvPr>
            <p:ph type="ftr" idx="24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20" name="PlaceHolder 5"/>
          <p:cNvSpPr>
            <a:spLocks noGrp="1"/>
          </p:cNvSpPr>
          <p:nvPr>
            <p:ph type="sldNum" idx="24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05BB57F-94CA-4701-81C7-2BD2118E8BA2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26111160" cy="2715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dt" idx="24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24" name="PlaceHolder 4"/>
          <p:cNvSpPr>
            <a:spLocks noGrp="1"/>
          </p:cNvSpPr>
          <p:nvPr>
            <p:ph type="ftr" idx="24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25" name="PlaceHolder 5"/>
          <p:cNvSpPr>
            <a:spLocks noGrp="1"/>
          </p:cNvSpPr>
          <p:nvPr>
            <p:ph type="sldNum" idx="24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25DBDC1-3B6A-4D14-ACD2-229426255E2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dt" idx="24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29" name="PlaceHolder 4"/>
          <p:cNvSpPr>
            <a:spLocks noGrp="1"/>
          </p:cNvSpPr>
          <p:nvPr>
            <p:ph type="ftr" idx="24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30" name="PlaceHolder 5"/>
          <p:cNvSpPr>
            <a:spLocks noGrp="1"/>
          </p:cNvSpPr>
          <p:nvPr>
            <p:ph type="sldNum" idx="24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1F288586-6163-42A6-B0B3-5919D254271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2081160" y="11395080"/>
            <a:ext cx="12977640" cy="2715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body"/>
          </p:nvPr>
        </p:nvSpPr>
        <p:spPr>
          <a:xfrm>
            <a:off x="15212880" y="11395080"/>
            <a:ext cx="12979080" cy="2715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 type="dt" idx="25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35" name="PlaceHolder 5"/>
          <p:cNvSpPr>
            <a:spLocks noGrp="1"/>
          </p:cNvSpPr>
          <p:nvPr>
            <p:ph type="ftr" idx="25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36" name="PlaceHolder 6"/>
          <p:cNvSpPr>
            <a:spLocks noGrp="1"/>
          </p:cNvSpPr>
          <p:nvPr>
            <p:ph type="sldNum" idx="25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7686AFE3-2E49-4EFA-8D76-6959AEDB6D65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1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2" name="PlaceHolder 6"/>
          <p:cNvSpPr>
            <a:spLocks noGrp="1"/>
          </p:cNvSpPr>
          <p:nvPr>
            <p:ph type="dt" idx="25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43" name="PlaceHolder 7"/>
          <p:cNvSpPr>
            <a:spLocks noGrp="1"/>
          </p:cNvSpPr>
          <p:nvPr>
            <p:ph type="ftr" idx="25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44" name="PlaceHolder 8"/>
          <p:cNvSpPr>
            <a:spLocks noGrp="1"/>
          </p:cNvSpPr>
          <p:nvPr>
            <p:ph type="sldNum" idx="25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0ACCBEB9-8F6A-4EC1-B4FF-ADFA71B5D27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2081160" y="2278080"/>
            <a:ext cx="26104680" cy="82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dt" idx="25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47" name="PlaceHolder 3"/>
          <p:cNvSpPr>
            <a:spLocks noGrp="1"/>
          </p:cNvSpPr>
          <p:nvPr>
            <p:ph type="ftr" idx="25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48" name="PlaceHolder 4"/>
          <p:cNvSpPr>
            <a:spLocks noGrp="1"/>
          </p:cNvSpPr>
          <p:nvPr>
            <p:ph type="sldNum" idx="25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D7CF0034-453F-465C-A702-AD3262B88F1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dt" idx="25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50" name="PlaceHolder 2"/>
          <p:cNvSpPr>
            <a:spLocks noGrp="1"/>
          </p:cNvSpPr>
          <p:nvPr>
            <p:ph type="ftr" idx="26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51" name="PlaceHolder 3"/>
          <p:cNvSpPr>
            <a:spLocks noGrp="1"/>
          </p:cNvSpPr>
          <p:nvPr>
            <p:ph type="sldNum" idx="26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6F0BB34-94E6-450E-B114-D804B7A65F0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5" name="PlaceHolder 4"/>
          <p:cNvSpPr>
            <a:spLocks noGrp="1"/>
          </p:cNvSpPr>
          <p:nvPr>
            <p:ph type="dt" idx="26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56" name="PlaceHolder 5"/>
          <p:cNvSpPr>
            <a:spLocks noGrp="1"/>
          </p:cNvSpPr>
          <p:nvPr>
            <p:ph type="ftr" idx="26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57" name="PlaceHolder 6"/>
          <p:cNvSpPr>
            <a:spLocks noGrp="1"/>
          </p:cNvSpPr>
          <p:nvPr>
            <p:ph type="sldNum" idx="26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507AD58-4C58-44B6-A9AA-B0016A904F9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460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 type="dt" idx="26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62" name="PlaceHolder 5"/>
          <p:cNvSpPr>
            <a:spLocks noGrp="1"/>
          </p:cNvSpPr>
          <p:nvPr>
            <p:ph type="ftr" idx="26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63" name="PlaceHolder 6"/>
          <p:cNvSpPr>
            <a:spLocks noGrp="1"/>
          </p:cNvSpPr>
          <p:nvPr>
            <p:ph type="sldNum" idx="26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0A885F6-EBEA-4787-A795-B023B162D72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dt" idx="26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66" name="PlaceHolder 3"/>
          <p:cNvSpPr>
            <a:spLocks noGrp="1"/>
          </p:cNvSpPr>
          <p:nvPr>
            <p:ph type="ftr" idx="26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67" name="PlaceHolder 4"/>
          <p:cNvSpPr>
            <a:spLocks noGrp="1"/>
          </p:cNvSpPr>
          <p:nvPr>
            <p:ph type="sldNum" idx="27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2AE833A7-9496-49EC-8D72-2BD426B8952A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1512720" y="1708200"/>
            <a:ext cx="27241200" cy="714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1512720" y="10015560"/>
            <a:ext cx="27241200" cy="2481876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dt" idx="27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71" name="PlaceHolder 4"/>
          <p:cNvSpPr>
            <a:spLocks noGrp="1"/>
          </p:cNvSpPr>
          <p:nvPr>
            <p:ph type="ftr" idx="27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72" name="PlaceHolder 5"/>
          <p:cNvSpPr>
            <a:spLocks noGrp="1"/>
          </p:cNvSpPr>
          <p:nvPr>
            <p:ph type="sldNum" idx="27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68B4569-5299-49F9-87C6-4C307E78457E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21945600" y="1708200"/>
            <a:ext cx="6808680" cy="331261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1512720" y="1708200"/>
            <a:ext cx="20278440" cy="331261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dt" idx="27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76" name="PlaceHolder 4"/>
          <p:cNvSpPr>
            <a:spLocks noGrp="1"/>
          </p:cNvSpPr>
          <p:nvPr>
            <p:ph type="ftr" idx="27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77" name="PlaceHolder 5"/>
          <p:cNvSpPr>
            <a:spLocks noGrp="1"/>
          </p:cNvSpPr>
          <p:nvPr>
            <p:ph type="sldNum" idx="27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0C55FAD1-3371-456F-B37D-3F13D9F152FA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1512720" y="1708200"/>
            <a:ext cx="27241200" cy="714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1512720" y="10015560"/>
            <a:ext cx="27241200" cy="2481876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dt" idx="27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81" name="PlaceHolder 4"/>
          <p:cNvSpPr>
            <a:spLocks noGrp="1"/>
          </p:cNvSpPr>
          <p:nvPr>
            <p:ph type="ftr" idx="27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82" name="PlaceHolder 5"/>
          <p:cNvSpPr>
            <a:spLocks noGrp="1"/>
          </p:cNvSpPr>
          <p:nvPr>
            <p:ph type="sldNum" idx="27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4BD5D9B4-B8B1-426D-AB00-3F4EDA9B7D68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dt" idx="28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86" name="PlaceHolder 4"/>
          <p:cNvSpPr>
            <a:spLocks noGrp="1"/>
          </p:cNvSpPr>
          <p:nvPr>
            <p:ph type="ftr" idx="28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87" name="PlaceHolder 5"/>
          <p:cNvSpPr>
            <a:spLocks noGrp="1"/>
          </p:cNvSpPr>
          <p:nvPr>
            <p:ph type="sldNum" idx="28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C325ECB-1471-4366-A768-30086467DD4A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1512720" y="1708200"/>
            <a:ext cx="27241200" cy="714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1512720" y="10015560"/>
            <a:ext cx="13542840" cy="2481876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body"/>
          </p:nvPr>
        </p:nvSpPr>
        <p:spPr>
          <a:xfrm>
            <a:off x="15210000" y="10015560"/>
            <a:ext cx="13544280" cy="2481876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1" name="PlaceHolder 4"/>
          <p:cNvSpPr>
            <a:spLocks noGrp="1"/>
          </p:cNvSpPr>
          <p:nvPr>
            <p:ph type="dt" idx="28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92" name="PlaceHolder 5"/>
          <p:cNvSpPr>
            <a:spLocks noGrp="1"/>
          </p:cNvSpPr>
          <p:nvPr>
            <p:ph type="ftr" idx="28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93" name="PlaceHolder 6"/>
          <p:cNvSpPr>
            <a:spLocks noGrp="1"/>
          </p:cNvSpPr>
          <p:nvPr>
            <p:ph type="sldNum" idx="28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31B6CC2E-8C41-4603-B64B-3BFE55AB8F1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8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9" name="PlaceHolder 6"/>
          <p:cNvSpPr>
            <a:spLocks noGrp="1"/>
          </p:cNvSpPr>
          <p:nvPr>
            <p:ph type="dt" idx="28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00" name="PlaceHolder 7"/>
          <p:cNvSpPr>
            <a:spLocks noGrp="1"/>
          </p:cNvSpPr>
          <p:nvPr>
            <p:ph type="ftr" idx="28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01" name="PlaceHolder 8"/>
          <p:cNvSpPr>
            <a:spLocks noGrp="1"/>
          </p:cNvSpPr>
          <p:nvPr>
            <p:ph type="sldNum" idx="28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0CCCD04D-79E5-469E-9069-A0926A7652E5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1512720" y="1708200"/>
            <a:ext cx="27241200" cy="714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dt" idx="28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04" name="PlaceHolder 3"/>
          <p:cNvSpPr>
            <a:spLocks noGrp="1"/>
          </p:cNvSpPr>
          <p:nvPr>
            <p:ph type="ftr" idx="29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05" name="PlaceHolder 4"/>
          <p:cNvSpPr>
            <a:spLocks noGrp="1"/>
          </p:cNvSpPr>
          <p:nvPr>
            <p:ph type="sldNum" idx="29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1CB07734-4884-44A5-9E5E-8BB990B9294A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dt" idx="29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07" name="PlaceHolder 2"/>
          <p:cNvSpPr>
            <a:spLocks noGrp="1"/>
          </p:cNvSpPr>
          <p:nvPr>
            <p:ph type="ftr" idx="29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08" name="PlaceHolder 3"/>
          <p:cNvSpPr>
            <a:spLocks noGrp="1"/>
          </p:cNvSpPr>
          <p:nvPr>
            <p:ph type="sldNum" idx="29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8BFE7804-BE45-420B-ADAA-390F9B87B5D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0" tIns="295200" rIns="0" bIns="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 type="dt" idx="29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13" name="PlaceHolder 5"/>
          <p:cNvSpPr>
            <a:spLocks noGrp="1"/>
          </p:cNvSpPr>
          <p:nvPr>
            <p:ph type="ftr" idx="29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14" name="PlaceHolder 6"/>
          <p:cNvSpPr>
            <a:spLocks noGrp="1"/>
          </p:cNvSpPr>
          <p:nvPr>
            <p:ph type="sldNum" idx="29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18923BD-BE90-4053-A3CF-EED949C0B14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17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 type="dt" idx="29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19" name="PlaceHolder 5"/>
          <p:cNvSpPr>
            <a:spLocks noGrp="1"/>
          </p:cNvSpPr>
          <p:nvPr>
            <p:ph type="ftr" idx="29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20" name="PlaceHolder 6"/>
          <p:cNvSpPr>
            <a:spLocks noGrp="1"/>
          </p:cNvSpPr>
          <p:nvPr>
            <p:ph type="sldNum" idx="30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F0B2417-96F1-4A45-B254-B0BD0602F6B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 type="dt" idx="30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23" name="PlaceHolder 3"/>
          <p:cNvSpPr>
            <a:spLocks noGrp="1"/>
          </p:cNvSpPr>
          <p:nvPr>
            <p:ph type="ftr" idx="30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24" name="PlaceHolder 4"/>
          <p:cNvSpPr>
            <a:spLocks noGrp="1"/>
          </p:cNvSpPr>
          <p:nvPr>
            <p:ph type="sldNum" idx="30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1BCF0302-72D3-4FD1-B09A-269936F602F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0880" cy="304113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dt" idx="30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28" name="PlaceHolder 4"/>
          <p:cNvSpPr>
            <a:spLocks noGrp="1"/>
          </p:cNvSpPr>
          <p:nvPr>
            <p:ph type="ftr" idx="30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29" name="PlaceHolder 5"/>
          <p:cNvSpPr>
            <a:spLocks noGrp="1"/>
          </p:cNvSpPr>
          <p:nvPr>
            <p:ph type="sldNum" idx="30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12400D5F-BC8F-4F65-9852-70FAE40038F0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21667680" y="2854440"/>
            <a:ext cx="6524280" cy="33719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2085840" y="2854440"/>
            <a:ext cx="19427760" cy="33719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dt" idx="30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33" name="PlaceHolder 4"/>
          <p:cNvSpPr>
            <a:spLocks noGrp="1"/>
          </p:cNvSpPr>
          <p:nvPr>
            <p:ph type="ftr" idx="30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34" name="PlaceHolder 5"/>
          <p:cNvSpPr>
            <a:spLocks noGrp="1"/>
          </p:cNvSpPr>
          <p:nvPr>
            <p:ph type="sldNum" idx="30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4A8AD22A-72A1-48F2-AE88-7DE6DF4B1C85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0880" cy="3041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dt" idx="31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38" name="PlaceHolder 4"/>
          <p:cNvSpPr>
            <a:spLocks noGrp="1"/>
          </p:cNvSpPr>
          <p:nvPr>
            <p:ph type="ftr" idx="31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39" name="PlaceHolder 5"/>
          <p:cNvSpPr>
            <a:spLocks noGrp="1"/>
          </p:cNvSpPr>
          <p:nvPr>
            <p:ph type="sldNum" idx="31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739F1DC-BBA7-4913-B84C-00CCDCE255FE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dt" idx="31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43" name="PlaceHolder 4"/>
          <p:cNvSpPr>
            <a:spLocks noGrp="1"/>
          </p:cNvSpPr>
          <p:nvPr>
            <p:ph type="ftr" idx="31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44" name="PlaceHolder 5"/>
          <p:cNvSpPr>
            <a:spLocks noGrp="1"/>
          </p:cNvSpPr>
          <p:nvPr>
            <p:ph type="sldNum" idx="31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44805E92-16CF-4CE9-A357-399B0A9B64D1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7583400" cy="3041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body"/>
          </p:nvPr>
        </p:nvSpPr>
        <p:spPr>
          <a:xfrm>
            <a:off x="20608920" y="6162840"/>
            <a:ext cx="7583400" cy="3041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8" name="PlaceHolder 4"/>
          <p:cNvSpPr>
            <a:spLocks noGrp="1"/>
          </p:cNvSpPr>
          <p:nvPr>
            <p:ph type="dt" idx="31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49" name="PlaceHolder 5"/>
          <p:cNvSpPr>
            <a:spLocks noGrp="1"/>
          </p:cNvSpPr>
          <p:nvPr>
            <p:ph type="ftr" idx="31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50" name="PlaceHolder 6"/>
          <p:cNvSpPr>
            <a:spLocks noGrp="1"/>
          </p:cNvSpPr>
          <p:nvPr>
            <p:ph type="sldNum" idx="31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5F2BF98E-2D82-46B9-BC62-815A98654401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4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5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6" name="PlaceHolder 6"/>
          <p:cNvSpPr>
            <a:spLocks noGrp="1"/>
          </p:cNvSpPr>
          <p:nvPr>
            <p:ph type="dt" idx="31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57" name="PlaceHolder 7"/>
          <p:cNvSpPr>
            <a:spLocks noGrp="1"/>
          </p:cNvSpPr>
          <p:nvPr>
            <p:ph type="ftr" idx="32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58" name="PlaceHolder 8"/>
          <p:cNvSpPr>
            <a:spLocks noGrp="1"/>
          </p:cNvSpPr>
          <p:nvPr>
            <p:ph type="sldNum" idx="32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A0E85129-EE56-4510-8CCC-A2CF8EC46F31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 type="dt" idx="32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61" name="PlaceHolder 3"/>
          <p:cNvSpPr>
            <a:spLocks noGrp="1"/>
          </p:cNvSpPr>
          <p:nvPr>
            <p:ph type="ftr" idx="32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62" name="PlaceHolder 4"/>
          <p:cNvSpPr>
            <a:spLocks noGrp="1"/>
          </p:cNvSpPr>
          <p:nvPr>
            <p:ph type="sldNum" idx="32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DC9AF2DC-223B-4086-B985-8B61E7BC11C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dt" idx="32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64" name="PlaceHolder 2"/>
          <p:cNvSpPr>
            <a:spLocks noGrp="1"/>
          </p:cNvSpPr>
          <p:nvPr>
            <p:ph type="ftr" idx="32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65" name="PlaceHolder 3"/>
          <p:cNvSpPr>
            <a:spLocks noGrp="1"/>
          </p:cNvSpPr>
          <p:nvPr>
            <p:ph type="sldNum" idx="32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A1957EE2-F05E-4C4E-899B-ED192FD9264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9" name="PlaceHolder 4"/>
          <p:cNvSpPr>
            <a:spLocks noGrp="1"/>
          </p:cNvSpPr>
          <p:nvPr>
            <p:ph type="dt" idx="32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70" name="PlaceHolder 5"/>
          <p:cNvSpPr>
            <a:spLocks noGrp="1"/>
          </p:cNvSpPr>
          <p:nvPr>
            <p:ph type="ftr" idx="32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71" name="PlaceHolder 6"/>
          <p:cNvSpPr>
            <a:spLocks noGrp="1"/>
          </p:cNvSpPr>
          <p:nvPr>
            <p:ph type="sldNum" idx="33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CE879FA-9720-469B-B820-46CEA2793A1F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49280">
              <a:lnSpc>
                <a:spcPct val="7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449280">
              <a:lnSpc>
                <a:spcPct val="7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49280">
              <a:lnSpc>
                <a:spcPct val="7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49280">
              <a:lnSpc>
                <a:spcPct val="7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49280">
              <a:lnSpc>
                <a:spcPct val="7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4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 type="dt" idx="33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76" name="PlaceHolder 5"/>
          <p:cNvSpPr>
            <a:spLocks noGrp="1"/>
          </p:cNvSpPr>
          <p:nvPr>
            <p:ph type="ftr" idx="33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77" name="PlaceHolder 6"/>
          <p:cNvSpPr>
            <a:spLocks noGrp="1"/>
          </p:cNvSpPr>
          <p:nvPr>
            <p:ph type="sldNum" idx="33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AA9EB1EB-253C-404F-9DF5-8588EEC923B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3784680" y="7005600"/>
            <a:ext cx="22704120" cy="149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ctr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 type="dt" idx="334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80" name="PlaceHolder 3"/>
          <p:cNvSpPr>
            <a:spLocks noGrp="1"/>
          </p:cNvSpPr>
          <p:nvPr>
            <p:ph type="ftr" idx="335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81" name="PlaceHolder 4"/>
          <p:cNvSpPr>
            <a:spLocks noGrp="1"/>
          </p:cNvSpPr>
          <p:nvPr>
            <p:ph type="sldNum" idx="336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88F626A-085A-45CB-9B5F-63408E1BC378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0880" cy="30411360"/>
          </a:xfrm>
          <a:prstGeom prst="rect">
            <a:avLst/>
          </a:prstGeom>
          <a:noFill/>
          <a:ln w="0">
            <a:noFill/>
          </a:ln>
        </p:spPr>
        <p:txBody>
          <a:bodyPr vert="eaVert"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dt" idx="337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85" name="PlaceHolder 4"/>
          <p:cNvSpPr>
            <a:spLocks noGrp="1"/>
          </p:cNvSpPr>
          <p:nvPr>
            <p:ph type="ftr" idx="338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86" name="PlaceHolder 5"/>
          <p:cNvSpPr>
            <a:spLocks noGrp="1"/>
          </p:cNvSpPr>
          <p:nvPr>
            <p:ph type="sldNum" idx="339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2F8F977-565B-4E89-877D-FF21405C939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21667680" y="2854440"/>
            <a:ext cx="6524280" cy="33719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2085840" y="2854440"/>
            <a:ext cx="19427760" cy="33719760"/>
          </a:xfrm>
          <a:prstGeom prst="rect">
            <a:avLst/>
          </a:prstGeom>
          <a:noFill/>
          <a:ln w="0">
            <a:noFill/>
          </a:ln>
        </p:spPr>
        <p:txBody>
          <a:bodyPr vert="eaVert"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dt" idx="340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90" name="PlaceHolder 4"/>
          <p:cNvSpPr>
            <a:spLocks noGrp="1"/>
          </p:cNvSpPr>
          <p:nvPr>
            <p:ph type="ftr" idx="341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91" name="PlaceHolder 5"/>
          <p:cNvSpPr>
            <a:spLocks noGrp="1"/>
          </p:cNvSpPr>
          <p:nvPr>
            <p:ph type="sldNum" idx="342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C748842F-A4EA-4F06-A426-AACA2BC7660E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0880" cy="30411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dt" idx="343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95" name="PlaceHolder 4"/>
          <p:cNvSpPr>
            <a:spLocks noGrp="1"/>
          </p:cNvSpPr>
          <p:nvPr>
            <p:ph type="ftr" idx="344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96" name="PlaceHolder 5"/>
          <p:cNvSpPr>
            <a:spLocks noGrp="1"/>
          </p:cNvSpPr>
          <p:nvPr>
            <p:ph type="sldNum" idx="345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35B6866-F61B-4AAC-9653-40108179BF74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2065320" y="10671120"/>
            <a:ext cx="26111160" cy="178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2065320" y="28644840"/>
            <a:ext cx="26111160" cy="9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dt" idx="346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00" name="PlaceHolder 4"/>
          <p:cNvSpPr>
            <a:spLocks noGrp="1"/>
          </p:cNvSpPr>
          <p:nvPr>
            <p:ph type="ftr" idx="347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01" name="PlaceHolder 5"/>
          <p:cNvSpPr>
            <a:spLocks noGrp="1"/>
          </p:cNvSpPr>
          <p:nvPr>
            <p:ph type="sldNum" idx="348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F117933C-DADA-459E-AA6B-A28514D92456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7583400" cy="30411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body"/>
          </p:nvPr>
        </p:nvSpPr>
        <p:spPr>
          <a:xfrm>
            <a:off x="20608920" y="6162840"/>
            <a:ext cx="7583400" cy="30411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5" name="PlaceHolder 4"/>
          <p:cNvSpPr>
            <a:spLocks noGrp="1"/>
          </p:cNvSpPr>
          <p:nvPr>
            <p:ph type="dt" idx="349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06" name="PlaceHolder 5"/>
          <p:cNvSpPr>
            <a:spLocks noGrp="1"/>
          </p:cNvSpPr>
          <p:nvPr>
            <p:ph type="ftr" idx="350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07" name="PlaceHolder 6"/>
          <p:cNvSpPr>
            <a:spLocks noGrp="1"/>
          </p:cNvSpPr>
          <p:nvPr>
            <p:ph type="sldNum" idx="351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B5974F85-0160-4F81-AD80-55C38310DEC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2085840" y="2279520"/>
            <a:ext cx="26109360" cy="827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2085840" y="10493280"/>
            <a:ext cx="12806280" cy="51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body"/>
          </p:nvPr>
        </p:nvSpPr>
        <p:spPr>
          <a:xfrm>
            <a:off x="2085840" y="15635160"/>
            <a:ext cx="12806280" cy="2299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1" name="PlaceHolder 4"/>
          <p:cNvSpPr>
            <a:spLocks noGrp="1"/>
          </p:cNvSpPr>
          <p:nvPr>
            <p:ph type="body"/>
          </p:nvPr>
        </p:nvSpPr>
        <p:spPr>
          <a:xfrm>
            <a:off x="15327360" y="10493280"/>
            <a:ext cx="12868200" cy="51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2" name="PlaceHolder 5"/>
          <p:cNvSpPr>
            <a:spLocks noGrp="1"/>
          </p:cNvSpPr>
          <p:nvPr>
            <p:ph type="body"/>
          </p:nvPr>
        </p:nvSpPr>
        <p:spPr>
          <a:xfrm>
            <a:off x="15327360" y="15635160"/>
            <a:ext cx="12868200" cy="2299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9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9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3" name="PlaceHolder 6"/>
          <p:cNvSpPr>
            <a:spLocks noGrp="1"/>
          </p:cNvSpPr>
          <p:nvPr>
            <p:ph type="dt" idx="352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14" name="PlaceHolder 7"/>
          <p:cNvSpPr>
            <a:spLocks noGrp="1"/>
          </p:cNvSpPr>
          <p:nvPr>
            <p:ph type="ftr" idx="353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15" name="PlaceHolder 8"/>
          <p:cNvSpPr>
            <a:spLocks noGrp="1"/>
          </p:cNvSpPr>
          <p:nvPr>
            <p:ph type="sldNum" idx="354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62D76577-D3D3-4A1D-98C8-CD72351A27DD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58160" cy="99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 type="dt" idx="355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18" name="PlaceHolder 3"/>
          <p:cNvSpPr>
            <a:spLocks noGrp="1"/>
          </p:cNvSpPr>
          <p:nvPr>
            <p:ph type="ftr" idx="356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19" name="PlaceHolder 4"/>
          <p:cNvSpPr>
            <a:spLocks noGrp="1"/>
          </p:cNvSpPr>
          <p:nvPr>
            <p:ph type="sldNum" idx="357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9670FCD8-95AD-4B45-842B-901642BE8049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dt" idx="358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21" name="PlaceHolder 2"/>
          <p:cNvSpPr>
            <a:spLocks noGrp="1"/>
          </p:cNvSpPr>
          <p:nvPr>
            <p:ph type="ftr" idx="359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2" name="PlaceHolder 3"/>
          <p:cNvSpPr>
            <a:spLocks noGrp="1"/>
          </p:cNvSpPr>
          <p:nvPr>
            <p:ph type="sldNum" idx="360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8A45798-6595-4C47-8026-398399D4163B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2085840" y="2854440"/>
            <a:ext cx="9762840" cy="9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83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12871440" y="6162840"/>
            <a:ext cx="15323760" cy="3041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  <a:lvl2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2pPr>
            <a:lvl3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3pPr>
            <a:lvl4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4pPr>
            <a:lvl5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5pPr>
          </a:lstStyle>
          <a:p>
            <a:pPr marL="343080" indent="-34308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 defTabSz="449280">
              <a:lnSpc>
                <a:spcPct val="75000"/>
              </a:lnSpc>
              <a:spcBef>
                <a:spcPts val="116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indent="-228600" algn="l" defTabSz="449280">
              <a:lnSpc>
                <a:spcPct val="75000"/>
              </a:lnSpc>
              <a:spcBef>
                <a:spcPts val="887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indent="-228600" algn="l" defTabSz="449280">
              <a:lnSpc>
                <a:spcPct val="75000"/>
              </a:lnSpc>
              <a:spcBef>
                <a:spcPts val="60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indent="-228600" algn="l" defTabSz="449280">
              <a:lnSpc>
                <a:spcPct val="75000"/>
              </a:lnSpc>
              <a:spcBef>
                <a:spcPts val="312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body"/>
          </p:nvPr>
        </p:nvSpPr>
        <p:spPr>
          <a:xfrm>
            <a:off x="2085840" y="12841200"/>
            <a:ext cx="9762840" cy="2378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l" defTabSz="449280">
              <a:lnSpc>
                <a:spcPct val="75000"/>
              </a:lnSpc>
              <a:spcBef>
                <a:spcPts val="1451"/>
              </a:spcBef>
              <a:spcAft>
                <a:spcPts val="37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6" name="PlaceHolder 4"/>
          <p:cNvSpPr>
            <a:spLocks noGrp="1"/>
          </p:cNvSpPr>
          <p:nvPr>
            <p:ph type="dt" idx="361"/>
          </p:nvPr>
        </p:nvSpPr>
        <p:spPr>
          <a:xfrm>
            <a:off x="208116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27" name="PlaceHolder 5"/>
          <p:cNvSpPr>
            <a:spLocks noGrp="1"/>
          </p:cNvSpPr>
          <p:nvPr>
            <p:ph type="ftr" idx="362"/>
          </p:nvPr>
        </p:nvSpPr>
        <p:spPr>
          <a:xfrm>
            <a:off x="10028160" y="39673080"/>
            <a:ext cx="1021068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8" name="PlaceHolder 6"/>
          <p:cNvSpPr>
            <a:spLocks noGrp="1"/>
          </p:cNvSpPr>
          <p:nvPr>
            <p:ph type="sldNum" idx="363"/>
          </p:nvPr>
        </p:nvSpPr>
        <p:spPr>
          <a:xfrm>
            <a:off x="21382200" y="39673080"/>
            <a:ext cx="6805440" cy="22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  <a:def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defRPr>
            </a:lvl1pPr>
          </a:lstStyle>
          <a:p>
            <a:pPr indent="0" algn="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buNone/>
              <a:tabLst>
                <a:tab pos="0" algn="l"/>
              </a:tabLst>
            </a:pPr>
            <a:fld id="{E0A308FD-627E-4204-A5D0-2396CB16AF13}" type="slidenum">
              <a:rPr lang="pt-BR" sz="40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Microsoft YaHei"/>
              </a:rPr>
              <a:t>‹nº›</a:t>
            </a:fld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github.com/jpramires/mestrado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8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Rectangle 1"/>
          <p:cNvSpPr/>
          <p:nvPr/>
        </p:nvSpPr>
        <p:spPr>
          <a:xfrm>
            <a:off x="1327320" y="1163793"/>
            <a:ext cx="19731240" cy="257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  <a:tab pos="19202400" algn="l"/>
                <a:tab pos="20116800" algn="l"/>
                <a:tab pos="20216880" algn="l"/>
              </a:tabLst>
            </a:pPr>
            <a:r>
              <a:rPr lang="pt-BR" sz="5500" b="1" u="none" strike="noStrike" dirty="0">
                <a:solidFill>
                  <a:srgbClr val="222A35"/>
                </a:solidFill>
                <a:effectLst/>
                <a:uFillTx/>
                <a:latin typeface="Arial"/>
                <a:ea typeface="Microsoft YaHei"/>
              </a:rPr>
              <a:t>Reconstrução, Análise e Predição</a:t>
            </a: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  <a:tab pos="19202400" algn="l"/>
                <a:tab pos="20116800" algn="l"/>
                <a:tab pos="20216880" algn="l"/>
              </a:tabLst>
            </a:pPr>
            <a:r>
              <a:rPr lang="pt-BR" sz="5500" b="1" u="none" strike="noStrike" dirty="0">
                <a:solidFill>
                  <a:srgbClr val="222A35"/>
                </a:solidFill>
                <a:effectLst/>
                <a:uFillTx/>
                <a:latin typeface="Arial"/>
                <a:ea typeface="Microsoft YaHei"/>
              </a:rPr>
              <a:t>de Ataques Cibernéticos: Uma abordagem de Mineração de Processos sobre a Base COMISET</a:t>
            </a:r>
            <a:endParaRPr lang="pt-BR" sz="5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Rectangle 2"/>
          <p:cNvSpPr/>
          <p:nvPr/>
        </p:nvSpPr>
        <p:spPr>
          <a:xfrm>
            <a:off x="1327320" y="3716193"/>
            <a:ext cx="19731240" cy="12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  <a:tab pos="19202400" algn="l"/>
                <a:tab pos="19318320" algn="l"/>
                <a:tab pos="19767600" algn="l"/>
              </a:tabLst>
            </a:pPr>
            <a:r>
              <a:rPr lang="pt-BR" sz="3600" b="0" i="1" u="none" strike="noStrike" dirty="0">
                <a:solidFill>
                  <a:srgbClr val="222A35"/>
                </a:solidFill>
                <a:effectLst/>
                <a:uFillTx/>
                <a:latin typeface="Arial"/>
                <a:ea typeface="Microsoft YaHei"/>
              </a:rPr>
              <a:t>João P. R. Esteves, Bruno Bogaz Zarpelão, Sylvio B</a:t>
            </a:r>
            <a:r>
              <a:rPr lang="pt-BR" sz="3600" i="1" dirty="0">
                <a:solidFill>
                  <a:srgbClr val="222A35"/>
                </a:solidFill>
                <a:latin typeface="Arial"/>
                <a:ea typeface="Microsoft YaHei"/>
              </a:rPr>
              <a:t>arbon</a:t>
            </a:r>
            <a:r>
              <a:rPr lang="pt-BR" sz="3600" b="0" i="1" u="none" strike="noStrike" dirty="0">
                <a:solidFill>
                  <a:srgbClr val="222A35"/>
                </a:solidFill>
                <a:effectLst/>
                <a:uFillTx/>
                <a:latin typeface="Arial"/>
                <a:ea typeface="Microsoft YaHei"/>
              </a:rPr>
              <a:t> Junior, Rodrigo Sanches Miani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  <a:tab pos="19202400" algn="l"/>
                <a:tab pos="19318320" algn="l"/>
                <a:tab pos="19767600" algn="l"/>
              </a:tabLst>
            </a:pPr>
            <a:r>
              <a:rPr lang="pt-BR" sz="3200" b="0" u="none" strike="noStrike" dirty="0">
                <a:solidFill>
                  <a:srgbClr val="222A35"/>
                </a:solidFill>
                <a:effectLst/>
                <a:uFillTx/>
                <a:latin typeface="Arial"/>
                <a:ea typeface="Microsoft YaHei"/>
              </a:rPr>
              <a:t>{joao.esteves, miani}@ufu.br;</a:t>
            </a:r>
            <a:r>
              <a:rPr lang="pt-BR" sz="3200" dirty="0">
                <a:solidFill>
                  <a:srgbClr val="222A35"/>
                </a:solidFill>
                <a:latin typeface="Arial"/>
                <a:ea typeface="Microsoft YaHei"/>
              </a:rPr>
              <a:t> brunozarpelao@uel.br; sylvio.barbonjunior@units.it</a:t>
            </a:r>
          </a:p>
        </p:txBody>
      </p:sp>
      <p:sp>
        <p:nvSpPr>
          <p:cNvPr id="637" name="Rectangle 3"/>
          <p:cNvSpPr/>
          <p:nvPr/>
        </p:nvSpPr>
        <p:spPr>
          <a:xfrm>
            <a:off x="1081374" y="5838840"/>
            <a:ext cx="13494960" cy="336348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08520" tIns="154440" rIns="308520" bIns="154440" anchor="t">
            <a:noAutofit/>
          </a:bodyPr>
          <a:lstStyle/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600" b="1" u="none" strike="noStrike" dirty="0">
                <a:solidFill>
                  <a:srgbClr val="000000"/>
                </a:solidFill>
                <a:effectLst/>
                <a:uFillTx/>
                <a:latin typeface="Arial Black"/>
                <a:ea typeface="Microsoft YaHei"/>
              </a:rPr>
              <a:t>RESUMO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Mineração de Processos (MP) reconstrói o encadeamento de atividades a partir de eventos agrupados em casos. Em </a:t>
            </a:r>
            <a:r>
              <a:rPr lang="pt-BR" sz="32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logs</a:t>
            </a: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sistema não há um identificador de caso natural (como em processos de negócio), e a forma de defini-lo determina o que se revela sobre um ataque. Este trabalho trata a </a:t>
            </a:r>
            <a:r>
              <a:rPr lang="pt-BR" sz="3200" b="0" u="sng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modelagem da noção de caso</a:t>
            </a: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como objeto de investigação na COMISET, base pública com cerca de 250 milhões de eventos Windows rotulados segundo a MITRE ATT&amp;CK®. Os </a:t>
            </a:r>
            <a:r>
              <a:rPr lang="pt-BR" sz="32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logs</a:t>
            </a: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resultantes são avaliados quanto à fidelidade com que reconstroem o comportamento atacante e à capacidade de antecipar suas próximas etapas.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600" b="1" u="none" strike="noStrike" dirty="0">
              <a:solidFill>
                <a:srgbClr val="000000"/>
              </a:solidFill>
              <a:effectLst/>
              <a:uFillTx/>
              <a:latin typeface="Arial Black"/>
              <a:ea typeface="Microsoft YaHei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600" b="1" dirty="0">
              <a:solidFill>
                <a:srgbClr val="000000"/>
              </a:solidFill>
              <a:latin typeface="Arial Black"/>
              <a:ea typeface="Microsoft YaHei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600" b="1" u="none" strike="noStrike" dirty="0">
              <a:solidFill>
                <a:srgbClr val="000000"/>
              </a:solidFill>
              <a:effectLst/>
              <a:uFillTx/>
              <a:latin typeface="Arial Black"/>
              <a:ea typeface="Microsoft YaHei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600" b="1" dirty="0">
              <a:solidFill>
                <a:srgbClr val="000000"/>
              </a:solidFill>
              <a:latin typeface="Arial Black"/>
              <a:ea typeface="Microsoft YaHei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/>
              </a:rPr>
              <a:t>Tabela 1: Resumo da Cardinalidade da COMISET</a:t>
            </a: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600" b="1" u="none" strike="noStrike" dirty="0">
                <a:solidFill>
                  <a:srgbClr val="000000"/>
                </a:solidFill>
                <a:effectLst/>
                <a:uFillTx/>
                <a:latin typeface="Arial Black"/>
                <a:ea typeface="Microsoft YaHei"/>
              </a:rPr>
              <a:t>INTRODUÇÃO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Ataques cibernéticos desdobram-se em etapas encadeadas no tempo e distribuídas entre processos e máquinas. A correlação de alertas já explora essas dependências por meio de grafos de ataque ou janelas temporais (Wang et al. [1]). Ela mantém, porém, implícito </a:t>
            </a:r>
            <a:r>
              <a:rPr lang="pt-BR" sz="3200" b="0" i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 que </a:t>
            </a: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constitui uma instância de ataque, além de tipicamente produzir a representação de um incidente isolado.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/>
                <a:ea typeface="Microsoft YaHei"/>
              </a:rPr>
              <a:t>A MP é complementar: ao agrupar eventos em casos, descobre modelos que generalizam sobre muitas execuções e os avalia com métricas consolidadas (van der Aalst [2]). Em cibersegurança, seu uso ainda é incipiente e parte de casos definidos </a:t>
            </a:r>
            <a:r>
              <a:rPr lang="pt-BR" sz="3200" i="1" dirty="0">
                <a:solidFill>
                  <a:srgbClr val="000000"/>
                </a:solidFill>
                <a:latin typeface="Arial"/>
                <a:ea typeface="Microsoft YaHei"/>
              </a:rPr>
              <a:t>ad hoc</a:t>
            </a:r>
            <a:r>
              <a:rPr lang="pt-BR" sz="3200" dirty="0">
                <a:solidFill>
                  <a:srgbClr val="000000"/>
                </a:solidFill>
                <a:latin typeface="Arial"/>
                <a:ea typeface="Microsoft YaHei"/>
              </a:rPr>
              <a:t> (Macak et al. [3]), embora a escolha do caso altere o </a:t>
            </a:r>
            <a:r>
              <a:rPr lang="pt-BR" sz="3200" i="1" dirty="0">
                <a:solidFill>
                  <a:srgbClr val="000000"/>
                </a:solidFill>
                <a:latin typeface="Arial"/>
                <a:ea typeface="Microsoft YaHei"/>
              </a:rPr>
              <a:t>log</a:t>
            </a:r>
            <a:r>
              <a:rPr lang="pt-BR" sz="3200" dirty="0">
                <a:solidFill>
                  <a:srgbClr val="000000"/>
                </a:solidFill>
                <a:latin typeface="Arial"/>
                <a:ea typeface="Microsoft YaHei"/>
              </a:rPr>
              <a:t> e os modelos obtidos (González López de Murillas et al. [4]). Investiga-se, portanto, quais noções de caso permitem que a MP revele a </a:t>
            </a:r>
            <a:r>
              <a:rPr lang="pt-BR" sz="3200" u="sng" dirty="0">
                <a:solidFill>
                  <a:srgbClr val="000000"/>
                </a:solidFill>
                <a:latin typeface="Arial"/>
                <a:ea typeface="Microsoft YaHei"/>
              </a:rPr>
              <a:t>estrutura da atividade maliciosa</a:t>
            </a:r>
            <a:r>
              <a:rPr lang="pt-BR" sz="3200" dirty="0">
                <a:solidFill>
                  <a:srgbClr val="000000"/>
                </a:solidFill>
                <a:latin typeface="Arial"/>
                <a:ea typeface="Microsoft YaHei"/>
              </a:rPr>
              <a:t>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	</a:t>
            </a: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600" b="1" u="none" strike="noStrike" dirty="0">
                <a:solidFill>
                  <a:srgbClr val="000000"/>
                </a:solidFill>
                <a:effectLst/>
                <a:uFillTx/>
                <a:latin typeface="Arial Black"/>
                <a:ea typeface="Microsoft YaHei"/>
              </a:rPr>
              <a:t>MATERIAIS E MÉTODOS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Utiliza-se a COMISET (Pérez-Sánchez et al. [5]), com dois cenários: um laboratório com ataques controlados (LAB) e uma rede universitária em uso cotidiano (REAL). Os eventos maliciosos são rotulados por regras mapeadas à ATT&amp;CK, o que os aproxima de alertas de um detector por assinaturas (IDS - </a:t>
            </a:r>
            <a:r>
              <a:rPr lang="pt-BR" sz="3200" b="0" i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Intrusion Detection System</a:t>
            </a: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).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O método articula </a:t>
            </a:r>
            <a:r>
              <a:rPr lang="pt-BR" sz="3200" u="sng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três etapas</a:t>
            </a:r>
            <a:r>
              <a:rPr lang="pt-BR" sz="3200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(Fig. 1). Na modelagem, constroem-se </a:t>
            </a:r>
            <a:r>
              <a:rPr lang="pt-BR" sz="3200" i="1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event logs</a:t>
            </a:r>
            <a:r>
              <a:rPr lang="pt-BR" sz="3200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sob diferentes noções de caso, a começar pela replicação de De Alvarenga et al. [6]. Na análise, a MP descobre modelos e variantes, confrontados com a cadeia de ataque documentada. Na predição, modelos de Aprendizado de Máquina (AM) treinados sobre os logs antecipam a próxima atividade maliciosa (Ceravolo et al. [7]).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028760" algn="l"/>
                <a:tab pos="1347804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Figura 1: Etapas do Método</a:t>
            </a:r>
          </a:p>
        </p:txBody>
      </p:sp>
      <p:sp>
        <p:nvSpPr>
          <p:cNvPr id="638" name="Rectangle 4"/>
          <p:cNvSpPr/>
          <p:nvPr/>
        </p:nvSpPr>
        <p:spPr>
          <a:xfrm>
            <a:off x="15698879" y="5842063"/>
            <a:ext cx="12820320" cy="336348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08520" tIns="154440" rIns="308520" bIns="154440" anchor="t">
            <a:noAutofit/>
          </a:bodyPr>
          <a:lstStyle/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600" b="1" u="none" strike="noStrike" dirty="0">
                <a:solidFill>
                  <a:srgbClr val="000000"/>
                </a:solidFill>
                <a:effectLst/>
                <a:uFillTx/>
                <a:latin typeface="Arial Black"/>
                <a:ea typeface="Microsoft YaHei"/>
              </a:rPr>
              <a:t>RESULTADOS PRELIMINARES</a:t>
            </a: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engenharia de dados está concluída. Uma primeira modelagem, por identificador único e global de processo (GUID), cobriu &gt;99% dos eventos, mas isolou 44% dos casos em um único evento e produziu um modelo ilegível (Fig. 2).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/>
              </a:rPr>
              <a:t>Figura 2: Exemplo de Modelo de Processo “</a:t>
            </a:r>
            <a:r>
              <a:rPr lang="pt-BR" sz="3200" i="1" dirty="0">
                <a:solidFill>
                  <a:srgbClr val="000000"/>
                </a:solidFill>
                <a:latin typeface="Arial"/>
              </a:rPr>
              <a:t>spaghetti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” (LAB)</a:t>
            </a: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replicação de De Alvarenga et al. [7] revelou o limite oposto. Na COMISET, coletada no </a:t>
            </a:r>
            <a:r>
              <a:rPr lang="pt-BR" sz="32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host</a:t>
            </a: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o IP só exist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e</a:t>
            </a:r>
            <a:r>
              <a:rPr lang="pt-BR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em eventos de rede, e &gt;99% das conexões rotuladas no LAB são de saída. Restrita ao tráfego de entrada (como no original), a modelagem por endereço IP de atacante reduz 1,7 milhão de alertas a modelos bastante simplificados (Fig. 3).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/>
              </a:rPr>
              <a:t>Figura 3: Exemplo de Modelo de Processo descoberto (LAB)</a:t>
            </a:r>
          </a:p>
          <a:p>
            <a:pPr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dirty="0">
              <a:solidFill>
                <a:srgbClr val="000000"/>
              </a:solidFill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600" b="1" dirty="0">
                <a:solidFill>
                  <a:srgbClr val="000000"/>
                </a:solidFill>
                <a:latin typeface="Arial Black"/>
                <a:ea typeface="Microsoft YaHei"/>
              </a:rPr>
              <a:t>CONCLUSÃO E TRABALHOS FUTUROS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/>
              </a:rPr>
              <a:t>Até o momento, conclui-se que o IP agrega pouco e o GUID fragmenta demais. Espera-se que noções intermediárias produzam modelos mais legíveis e que sustentem predição da próxima atividade maliciosa por AM. Pretende-se consolidar um </a:t>
            </a:r>
            <a:r>
              <a:rPr lang="pt-BR" sz="3200" i="1" dirty="0">
                <a:solidFill>
                  <a:srgbClr val="000000"/>
                </a:solidFill>
                <a:latin typeface="Arial"/>
              </a:rPr>
              <a:t>pipeline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 de modelagem que permita, como objetivo maior, interpretar as </a:t>
            </a:r>
            <a:r>
              <a:rPr lang="pt-BR" sz="3200" u="sng" dirty="0">
                <a:solidFill>
                  <a:srgbClr val="000000"/>
                </a:solidFill>
                <a:latin typeface="Arial"/>
              </a:rPr>
              <a:t>atividades maliciosas como uma trajetória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200" dirty="0">
                <a:solidFill>
                  <a:srgbClr val="000000"/>
                </a:solidFill>
                <a:latin typeface="Arial"/>
              </a:rPr>
              <a:t>Todo o trabalho desenvolvido até o momento, incluindo </a:t>
            </a:r>
            <a:r>
              <a:rPr lang="pt-BR" sz="3200" i="1" dirty="0">
                <a:solidFill>
                  <a:srgbClr val="000000"/>
                </a:solidFill>
                <a:latin typeface="Arial"/>
              </a:rPr>
              <a:t>notebooks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 reprodutíveis e extensa documentação, pode ser encontrado no meu GitHub, no endereço </a:t>
            </a:r>
            <a:r>
              <a:rPr lang="pt-BR" sz="3200" dirty="0">
                <a:solidFill>
                  <a:schemeClr val="accent2"/>
                </a:solidFill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https://github.com/jpramires/mestrado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.</a:t>
            </a: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600" b="1" u="none" strike="noStrike" dirty="0">
                <a:solidFill>
                  <a:srgbClr val="000000"/>
                </a:solidFill>
                <a:effectLst/>
                <a:uFillTx/>
                <a:latin typeface="Arial Black"/>
                <a:ea typeface="Microsoft YaHei"/>
              </a:rPr>
              <a:t>BIBLIOGRAFIA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[1] 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Wang, L., Liu, A., &amp; Jajodia, S. (2006).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Using attack graphs for correlating, hypothesizing, and predicting intrusion alerts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Computer Communications, 29(15).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[2] Van Der Aalst, W. (2016). 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Process Mining - Data Science in Action</a:t>
            </a: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Springer Berlin Heidelberg.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[3] Macak, M., Daubner, L., Sani, M. F., &amp; Buhnova, B. (2022). 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Cybersecurity Analysis via Process Mining: A Systematic Literature Review</a:t>
            </a: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Advanced Data Mining and Applications (V. 13087, p. 393-407). Springer International Publishing.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[4] 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De Murillas, E. G. L., Reijers, H. A., &amp; Van Der Aalst, W. M. P. (2020).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Case notion discovery and recommendation: Automated event log building on databases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Knowledge and Information Systems, 62(7).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[5] Pérez-Sánchez, A., Palacios, R., &amp; López, G. L. (2025). </a:t>
            </a:r>
            <a:r>
              <a:rPr lang="pt-BR" sz="2400" b="1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COMISET: Dataset for the analysis of malicious events in Windows systems</a:t>
            </a: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Data in Brief, 61, 9.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[6] Sean Carlisto De Alvarenga, Barbon, S., Miani, R. S., Cukier, M., &amp; Zarpelão, B. B. (2018). </a:t>
            </a:r>
            <a:r>
              <a:rPr lang="pt-BR" sz="2400" b="1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Process mining and hierarchical clustering to help intrusion alert visualization</a:t>
            </a: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Computers &amp; Security, 73.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[7]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Ceravolo, P., Comuzzi, M., De Weerdt, J., Di Francescomarino, C., &amp; Maggi, F. M. (2024).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Predictive process monitoring: Concepts, challenges, and future research directions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Process Science, 1(1), 22.</a:t>
            </a: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88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3600" b="1" u="none" strike="noStrike" dirty="0">
                <a:solidFill>
                  <a:srgbClr val="000000"/>
                </a:solidFill>
                <a:effectLst/>
                <a:uFillTx/>
                <a:latin typeface="Arial Black"/>
                <a:ea typeface="Microsoft YaHei"/>
              </a:rPr>
              <a:t>AGRADECIMENTOS</a:t>
            </a:r>
            <a:endParaRPr lang="pt-B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100000"/>
              </a:lnSpc>
              <a:spcBef>
                <a:spcPts val="37"/>
              </a:spcBef>
              <a:spcAft>
                <a:spcPts val="37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</a:tabLst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presente trabalho foi realizado com apoio da Coordenação de Aperfeiçoamento de Pessoal de Nível Superior - Brasil (CAPES) - Código de Financiamento 001.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9" name="Rectangle 5"/>
          <p:cNvSpPr/>
          <p:nvPr/>
        </p:nvSpPr>
        <p:spPr>
          <a:xfrm flipV="1">
            <a:off x="1327320" y="5245920"/>
            <a:ext cx="27371520" cy="44280"/>
          </a:xfrm>
          <a:prstGeom prst="rect">
            <a:avLst/>
          </a:prstGeom>
          <a:solidFill>
            <a:srgbClr val="203864"/>
          </a:solidFill>
          <a:ln w="6480">
            <a:solidFill>
              <a:srgbClr val="000000"/>
            </a:solidFill>
            <a:round/>
          </a:ln>
          <a:effectLst>
            <a:outerShdw dist="38160" algn="ctr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1080" rIns="90000" bIns="108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40" name="Rectangle 6"/>
          <p:cNvSpPr/>
          <p:nvPr/>
        </p:nvSpPr>
        <p:spPr>
          <a:xfrm flipV="1">
            <a:off x="1327320" y="1027800"/>
            <a:ext cx="27371520" cy="44280"/>
          </a:xfrm>
          <a:prstGeom prst="rect">
            <a:avLst/>
          </a:prstGeom>
          <a:solidFill>
            <a:srgbClr val="203864"/>
          </a:solidFill>
          <a:ln w="6480">
            <a:solidFill>
              <a:srgbClr val="000000"/>
            </a:solidFill>
            <a:round/>
          </a:ln>
          <a:effectLst>
            <a:outerShdw dist="38160" algn="ctr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1080" rIns="90000" bIns="108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41" name="Rectangle 7"/>
          <p:cNvSpPr/>
          <p:nvPr/>
        </p:nvSpPr>
        <p:spPr>
          <a:xfrm flipV="1">
            <a:off x="1450800" y="39568680"/>
            <a:ext cx="27368280" cy="41040"/>
          </a:xfrm>
          <a:prstGeom prst="rect">
            <a:avLst/>
          </a:prstGeom>
          <a:solidFill>
            <a:srgbClr val="203864"/>
          </a:solidFill>
          <a:ln w="6480">
            <a:solidFill>
              <a:srgbClr val="000000"/>
            </a:solidFill>
            <a:round/>
          </a:ln>
          <a:effectLst>
            <a:outerShdw dist="38160" algn="ctr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2160" rIns="90000" bIns="-216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642" name="Picture 12"/>
          <p:cNvPicPr/>
          <p:nvPr/>
        </p:nvPicPr>
        <p:blipFill>
          <a:blip r:embed="rId4"/>
          <a:stretch/>
        </p:blipFill>
        <p:spPr>
          <a:xfrm>
            <a:off x="23048280" y="40176000"/>
            <a:ext cx="5175000" cy="1638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3" name="Group 13"/>
          <p:cNvGrpSpPr/>
          <p:nvPr/>
        </p:nvGrpSpPr>
        <p:grpSpPr>
          <a:xfrm>
            <a:off x="21182040" y="1555920"/>
            <a:ext cx="7611840" cy="3214800"/>
            <a:chOff x="21182040" y="1555920"/>
            <a:chExt cx="7611840" cy="3214800"/>
          </a:xfrm>
        </p:grpSpPr>
        <p:sp>
          <p:nvSpPr>
            <p:cNvPr id="644" name="Rectangle 14"/>
            <p:cNvSpPr/>
            <p:nvPr/>
          </p:nvSpPr>
          <p:spPr>
            <a:xfrm>
              <a:off x="24931800" y="4132440"/>
              <a:ext cx="1107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49280">
                <a:lnSpc>
                  <a:spcPct val="100000"/>
                </a:lnSpc>
                <a:spcBef>
                  <a:spcPts val="37"/>
                </a:spcBef>
                <a:spcAft>
                  <a:spcPts val="37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33080" algn="l"/>
                  <a:tab pos="10782360" algn="l"/>
                </a:tabLst>
              </a:pPr>
              <a:r>
                <a:rPr lang="pt-BR" sz="3600" b="1" i="1" u="none" strike="noStrike" dirty="0">
                  <a:solidFill>
                    <a:srgbClr val="222A35"/>
                  </a:solidFill>
                  <a:effectLst/>
                  <a:uFillTx/>
                  <a:latin typeface="Calibri"/>
                  <a:ea typeface="Microsoft YaHei"/>
                </a:rPr>
                <a:t>2026</a:t>
              </a:r>
              <a:endParaRPr lang="pt-B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45" name="Picture 15"/>
            <p:cNvPicPr/>
            <p:nvPr/>
          </p:nvPicPr>
          <p:blipFill>
            <a:blip r:embed="rId5"/>
            <a:stretch/>
          </p:blipFill>
          <p:spPr>
            <a:xfrm>
              <a:off x="21182040" y="1555920"/>
              <a:ext cx="7611840" cy="25779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46" name="Picture 645"/>
          <p:cNvPicPr/>
          <p:nvPr/>
        </p:nvPicPr>
        <p:blipFill>
          <a:blip r:embed="rId6"/>
          <a:stretch/>
        </p:blipFill>
        <p:spPr>
          <a:xfrm>
            <a:off x="2016000" y="40140000"/>
            <a:ext cx="5219280" cy="172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7" name="Picture 646"/>
          <p:cNvPicPr/>
          <p:nvPr/>
        </p:nvPicPr>
        <p:blipFill>
          <a:blip r:embed="rId7"/>
          <a:stretch/>
        </p:blipFill>
        <p:spPr>
          <a:xfrm>
            <a:off x="11988000" y="40450320"/>
            <a:ext cx="5975280" cy="12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2BD10646-DE37-D1F7-FC4F-8CC570F8AE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777090" y="18674204"/>
            <a:ext cx="12663891" cy="441357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2DE6873-485F-D820-A426-DA66008C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7363" y="8944560"/>
            <a:ext cx="9363347" cy="528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974B418-B5EB-95D6-13B2-42D9B21B1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366017"/>
              </p:ext>
            </p:extLst>
          </p:nvPr>
        </p:nvGraphicFramePr>
        <p:xfrm>
          <a:off x="2632542" y="11970166"/>
          <a:ext cx="10392624" cy="4160769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598156">
                  <a:extLst>
                    <a:ext uri="{9D8B030D-6E8A-4147-A177-3AD203B41FA5}">
                      <a16:colId xmlns:a16="http://schemas.microsoft.com/office/drawing/2014/main" val="3911415853"/>
                    </a:ext>
                  </a:extLst>
                </a:gridCol>
                <a:gridCol w="2598156">
                  <a:extLst>
                    <a:ext uri="{9D8B030D-6E8A-4147-A177-3AD203B41FA5}">
                      <a16:colId xmlns:a16="http://schemas.microsoft.com/office/drawing/2014/main" val="1630695402"/>
                    </a:ext>
                  </a:extLst>
                </a:gridCol>
                <a:gridCol w="2598156">
                  <a:extLst>
                    <a:ext uri="{9D8B030D-6E8A-4147-A177-3AD203B41FA5}">
                      <a16:colId xmlns:a16="http://schemas.microsoft.com/office/drawing/2014/main" val="3615583083"/>
                    </a:ext>
                  </a:extLst>
                </a:gridCol>
                <a:gridCol w="2598156">
                  <a:extLst>
                    <a:ext uri="{9D8B030D-6E8A-4147-A177-3AD203B41FA5}">
                      <a16:colId xmlns:a16="http://schemas.microsoft.com/office/drawing/2014/main" val="350573647"/>
                    </a:ext>
                  </a:extLst>
                </a:gridCol>
              </a:tblGrid>
              <a:tr h="1386923"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Cenário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Alertas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Total de Linhas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Proporção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910892"/>
                  </a:ext>
                </a:extLst>
              </a:tr>
              <a:tr h="1386923"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1.713.709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49.914.325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3.43%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691975"/>
                  </a:ext>
                </a:extLst>
              </a:tr>
              <a:tr h="1386923"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631.606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202.304.794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+mn-ea"/>
                          <a:cs typeface="+mn-cs"/>
                        </a:rPr>
                        <a:t>0.31%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128280"/>
                  </a:ext>
                </a:extLst>
              </a:tr>
            </a:tbl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0F44F001-3D60-ACD2-05E9-0FD97483B6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50800" y="33001013"/>
            <a:ext cx="12955771" cy="5019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</TotalTime>
  <Words>1098</Words>
  <Application>Microsoft Office PowerPoint</Application>
  <PresentationFormat>Personalizar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11</vt:i4>
      </vt:variant>
      <vt:variant>
        <vt:lpstr>Títulos de slides</vt:lpstr>
      </vt:variant>
      <vt:variant>
        <vt:i4>1</vt:i4>
      </vt:variant>
    </vt:vector>
  </HeadingPairs>
  <TitlesOfParts>
    <vt:vector size="18" baseType="lpstr">
      <vt:lpstr>Arial</vt:lpstr>
      <vt:lpstr>Arial Black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WTDCC-2026-JP-RE</dc:title>
  <dc:subject/>
  <dc:creator>João Pedro Ramires Esteves</dc:creator>
  <dc:description/>
  <cp:lastModifiedBy>João Pedro Ramires Esteves</cp:lastModifiedBy>
  <cp:revision>124</cp:revision>
  <dcterms:modified xsi:type="dcterms:W3CDTF">2026-10-09T13:23:55Z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Personalizar</vt:lpwstr>
  </property>
  <property fmtid="{D5CDD505-2E9C-101B-9397-08002B2CF9AE}" pid="4" name="Slides">
    <vt:i4>1</vt:i4>
  </property>
</Properties>
</file>